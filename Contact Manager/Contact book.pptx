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D8715D-B38C-468A-BA92-1E6DF270D0F5}" v="7" dt="2026-06-16T03:29:12.728"/>
    <p1510:client id="{B2B3F18E-88A6-4AAE-9C94-1C11597463EB}" v="1" dt="2026-06-16T01:19:42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46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hy Germain-Bouchard" userId="6110fe14d0683e41" providerId="LiveId" clId="{1995C4C0-8C32-4F34-A63B-3A99439EEB20}"/>
    <pc:docChg chg="undo custSel modSld">
      <pc:chgData name="Judhy Germain-Bouchard" userId="6110fe14d0683e41" providerId="LiveId" clId="{1995C4C0-8C32-4F34-A63B-3A99439EEB20}" dt="2026-06-16T03:29:43.158" v="126" actId="1076"/>
      <pc:docMkLst>
        <pc:docMk/>
      </pc:docMkLst>
      <pc:sldChg chg="addSp delSp modSp mod">
        <pc:chgData name="Judhy Germain-Bouchard" userId="6110fe14d0683e41" providerId="LiveId" clId="{1995C4C0-8C32-4F34-A63B-3A99439EEB20}" dt="2026-06-16T03:29:43.158" v="126" actId="1076"/>
        <pc:sldMkLst>
          <pc:docMk/>
          <pc:sldMk cId="0" sldId="259"/>
        </pc:sldMkLst>
        <pc:spChg chg="mod">
          <ac:chgData name="Judhy Germain-Bouchard" userId="6110fe14d0683e41" providerId="LiveId" clId="{1995C4C0-8C32-4F34-A63B-3A99439EEB20}" dt="2026-06-16T02:50:46.317" v="79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Judhy Germain-Bouchard" userId="6110fe14d0683e41" providerId="LiveId" clId="{1995C4C0-8C32-4F34-A63B-3A99439EEB20}" dt="2026-06-16T02:50:54.608" v="80" actId="1076"/>
          <ac:spMkLst>
            <pc:docMk/>
            <pc:sldMk cId="0" sldId="259"/>
            <ac:spMk id="9" creationId="{00000000-0000-0000-0000-000000000000}"/>
          </ac:spMkLst>
        </pc:spChg>
        <pc:spChg chg="mod ord">
          <ac:chgData name="Judhy Germain-Bouchard" userId="6110fe14d0683e41" providerId="LiveId" clId="{1995C4C0-8C32-4F34-A63B-3A99439EEB20}" dt="2026-06-16T02:50:01.560" v="69" actId="1076"/>
          <ac:spMkLst>
            <pc:docMk/>
            <pc:sldMk cId="0" sldId="259"/>
            <ac:spMk id="12" creationId="{00000000-0000-0000-0000-000000000000}"/>
          </ac:spMkLst>
        </pc:spChg>
        <pc:spChg chg="add mod">
          <ac:chgData name="Judhy Germain-Bouchard" userId="6110fe14d0683e41" providerId="LiveId" clId="{1995C4C0-8C32-4F34-A63B-3A99439EEB20}" dt="2026-06-16T03:29:08.853" v="116" actId="1076"/>
          <ac:spMkLst>
            <pc:docMk/>
            <pc:sldMk cId="0" sldId="259"/>
            <ac:spMk id="13" creationId="{F0009AF1-250D-FB7C-A32E-171FA8C0BC88}"/>
          </ac:spMkLst>
        </pc:spChg>
        <pc:spChg chg="add mod">
          <ac:chgData name="Judhy Germain-Bouchard" userId="6110fe14d0683e41" providerId="LiveId" clId="{1995C4C0-8C32-4F34-A63B-3A99439EEB20}" dt="2026-06-16T03:29:20.887" v="123" actId="20577"/>
          <ac:spMkLst>
            <pc:docMk/>
            <pc:sldMk cId="0" sldId="259"/>
            <ac:spMk id="14" creationId="{A147D392-AAF2-4B01-4373-678954296C74}"/>
          </ac:spMkLst>
        </pc:spChg>
        <pc:spChg chg="mod ord">
          <ac:chgData name="Judhy Germain-Bouchard" userId="6110fe14d0683e41" providerId="LiveId" clId="{1995C4C0-8C32-4F34-A63B-3A99439EEB20}" dt="2026-06-16T02:50:35.876" v="76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Judhy Germain-Bouchard" userId="6110fe14d0683e41" providerId="LiveId" clId="{1995C4C0-8C32-4F34-A63B-3A99439EEB20}" dt="2026-06-16T03:29:33.498" v="125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Judhy Germain-Bouchard" userId="6110fe14d0683e41" providerId="LiveId" clId="{1995C4C0-8C32-4F34-A63B-3A99439EEB20}" dt="2026-06-16T03:29:43.158" v="126" actId="107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Judhy Germain-Bouchard" userId="6110fe14d0683e41" providerId="LiveId" clId="{1995C4C0-8C32-4F34-A63B-3A99439EEB20}" dt="2026-06-16T03:29:30.769" v="124" actId="107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Judhy Germain-Bouchard" userId="6110fe14d0683e41" providerId="LiveId" clId="{1995C4C0-8C32-4F34-A63B-3A99439EEB20}" dt="2026-06-16T02:48:50.009" v="58" actId="1076"/>
          <ac:spMkLst>
            <pc:docMk/>
            <pc:sldMk cId="0" sldId="259"/>
            <ac:spMk id="46" creationId="{00000000-0000-0000-0000-000000000000}"/>
          </ac:spMkLst>
        </pc:spChg>
        <pc:spChg chg="mod">
          <ac:chgData name="Judhy Germain-Bouchard" userId="6110fe14d0683e41" providerId="LiveId" clId="{1995C4C0-8C32-4F34-A63B-3A99439EEB20}" dt="2026-06-16T02:48:58.890" v="59" actId="1076"/>
          <ac:spMkLst>
            <pc:docMk/>
            <pc:sldMk cId="0" sldId="259"/>
            <ac:spMk id="50" creationId="{00000000-0000-0000-0000-000000000000}"/>
          </ac:spMkLst>
        </pc:spChg>
        <pc:spChg chg="mod">
          <ac:chgData name="Judhy Germain-Bouchard" userId="6110fe14d0683e41" providerId="LiveId" clId="{1995C4C0-8C32-4F34-A63B-3A99439EEB20}" dt="2026-06-16T02:49:08.352" v="61" actId="1076"/>
          <ac:spMkLst>
            <pc:docMk/>
            <pc:sldMk cId="0" sldId="259"/>
            <ac:spMk id="52" creationId="{00000000-0000-0000-0000-000000000000}"/>
          </ac:spMkLst>
        </pc:spChg>
        <pc:spChg chg="mod">
          <ac:chgData name="Judhy Germain-Bouchard" userId="6110fe14d0683e41" providerId="LiveId" clId="{1995C4C0-8C32-4F34-A63B-3A99439EEB20}" dt="2026-06-16T02:49:22.975" v="63" actId="1076"/>
          <ac:spMkLst>
            <pc:docMk/>
            <pc:sldMk cId="0" sldId="259"/>
            <ac:spMk id="54" creationId="{00000000-0000-0000-0000-000000000000}"/>
          </ac:spMkLst>
        </pc:spChg>
        <pc:picChg chg="add mod">
          <ac:chgData name="Judhy Germain-Bouchard" userId="6110fe14d0683e41" providerId="LiveId" clId="{1995C4C0-8C32-4F34-A63B-3A99439EEB20}" dt="2026-06-16T02:50:44.021" v="77" actId="1076"/>
          <ac:picMkLst>
            <pc:docMk/>
            <pc:sldMk cId="0" sldId="259"/>
            <ac:picMk id="4" creationId="{F6FB687F-BC5B-99E2-C943-35CF5DEA90CD}"/>
          </ac:picMkLst>
        </pc:picChg>
        <pc:picChg chg="del">
          <ac:chgData name="Judhy Germain-Bouchard" userId="6110fe14d0683e41" providerId="LiveId" clId="{1995C4C0-8C32-4F34-A63B-3A99439EEB20}" dt="2026-06-16T02:48:26.307" v="53" actId="478"/>
          <ac:picMkLst>
            <pc:docMk/>
            <pc:sldMk cId="0" sldId="259"/>
            <ac:picMk id="8" creationId="{00000000-0000-0000-0000-000000000000}"/>
          </ac:picMkLst>
        </pc:picChg>
        <pc:picChg chg="add mod">
          <ac:chgData name="Judhy Germain-Bouchard" userId="6110fe14d0683e41" providerId="LiveId" clId="{1995C4C0-8C32-4F34-A63B-3A99439EEB20}" dt="2026-06-16T03:28:57.801" v="113" actId="1076"/>
          <ac:picMkLst>
            <pc:docMk/>
            <pc:sldMk cId="0" sldId="259"/>
            <ac:picMk id="8" creationId="{980F9675-B7AC-55C3-1C01-E1F89357FAEC}"/>
          </ac:picMkLst>
        </pc:picChg>
        <pc:picChg chg="add mod">
          <ac:chgData name="Judhy Germain-Bouchard" userId="6110fe14d0683e41" providerId="LiveId" clId="{1995C4C0-8C32-4F34-A63B-3A99439EEB20}" dt="2026-06-16T02:51:26.750" v="85" actId="1076"/>
          <ac:picMkLst>
            <pc:docMk/>
            <pc:sldMk cId="0" sldId="259"/>
            <ac:picMk id="10" creationId="{028B8672-91C6-5C94-E14E-D0BD5A0238C0}"/>
          </ac:picMkLst>
        </pc:picChg>
        <pc:picChg chg="add mod">
          <ac:chgData name="Judhy Germain-Bouchard" userId="6110fe14d0683e41" providerId="LiveId" clId="{1995C4C0-8C32-4F34-A63B-3A99439EEB20}" dt="2026-06-16T02:51:47.005" v="90" actId="1076"/>
          <ac:picMkLst>
            <pc:docMk/>
            <pc:sldMk cId="0" sldId="259"/>
            <ac:picMk id="11" creationId="{32ADC134-E5DF-9F94-C395-51AD36635135}"/>
          </ac:picMkLst>
        </pc:picChg>
        <pc:picChg chg="mod">
          <ac:chgData name="Judhy Germain-Bouchard" userId="6110fe14d0683e41" providerId="LiveId" clId="{1995C4C0-8C32-4F34-A63B-3A99439EEB20}" dt="2026-06-16T03:28:02.171" v="102" actId="1076"/>
          <ac:picMkLst>
            <pc:docMk/>
            <pc:sldMk cId="0" sldId="259"/>
            <ac:picMk id="26" creationId="{00000000-0000-0000-0000-000000000000}"/>
          </ac:picMkLst>
        </pc:picChg>
        <pc:picChg chg="mod">
          <ac:chgData name="Judhy Germain-Bouchard" userId="6110fe14d0683e41" providerId="LiveId" clId="{1995C4C0-8C32-4F34-A63B-3A99439EEB20}" dt="2026-06-16T03:28:04.063" v="103" actId="1076"/>
          <ac:picMkLst>
            <pc:docMk/>
            <pc:sldMk cId="0" sldId="259"/>
            <ac:picMk id="28" creationId="{00000000-0000-0000-0000-000000000000}"/>
          </ac:picMkLst>
        </pc:picChg>
        <pc:picChg chg="mod">
          <ac:chgData name="Judhy Germain-Bouchard" userId="6110fe14d0683e41" providerId="LiveId" clId="{1995C4C0-8C32-4F34-A63B-3A99439EEB20}" dt="2026-06-16T03:28:05.406" v="104" actId="1076"/>
          <ac:picMkLst>
            <pc:docMk/>
            <pc:sldMk cId="0" sldId="259"/>
            <ac:picMk id="30" creationId="{00000000-0000-0000-0000-000000000000}"/>
          </ac:picMkLst>
        </pc:picChg>
        <pc:picChg chg="mod">
          <ac:chgData name="Judhy Germain-Bouchard" userId="6110fe14d0683e41" providerId="LiveId" clId="{1995C4C0-8C32-4F34-A63B-3A99439EEB20}" dt="2026-06-16T02:48:46.800" v="56" actId="1076"/>
          <ac:picMkLst>
            <pc:docMk/>
            <pc:sldMk cId="0" sldId="259"/>
            <ac:picMk id="49" creationId="{00000000-0000-0000-0000-000000000000}"/>
          </ac:picMkLst>
        </pc:picChg>
        <pc:picChg chg="mod">
          <ac:chgData name="Judhy Germain-Bouchard" userId="6110fe14d0683e41" providerId="LiveId" clId="{1995C4C0-8C32-4F34-A63B-3A99439EEB20}" dt="2026-06-16T02:49:03.427" v="60" actId="1076"/>
          <ac:picMkLst>
            <pc:docMk/>
            <pc:sldMk cId="0" sldId="259"/>
            <ac:picMk id="51" creationId="{00000000-0000-0000-0000-000000000000}"/>
          </ac:picMkLst>
        </pc:picChg>
        <pc:picChg chg="mod">
          <ac:chgData name="Judhy Germain-Bouchard" userId="6110fe14d0683e41" providerId="LiveId" clId="{1995C4C0-8C32-4F34-A63B-3A99439EEB20}" dt="2026-06-16T02:49:18.600" v="62" actId="1076"/>
          <ac:picMkLst>
            <pc:docMk/>
            <pc:sldMk cId="0" sldId="259"/>
            <ac:picMk id="53" creationId="{00000000-0000-0000-0000-000000000000}"/>
          </ac:picMkLst>
        </pc:picChg>
        <pc:picChg chg="del mod">
          <ac:chgData name="Judhy Germain-Bouchard" userId="6110fe14d0683e41" providerId="LiveId" clId="{1995C4C0-8C32-4F34-A63B-3A99439EEB20}" dt="2026-06-16T02:51:36.076" v="86" actId="478"/>
          <ac:picMkLst>
            <pc:docMk/>
            <pc:sldMk cId="0" sldId="259"/>
            <ac:picMk id="55" creationId="{9E84BA31-E309-BAE3-DF90-683B6ADCEE35}"/>
          </ac:picMkLst>
        </pc:picChg>
        <pc:picChg chg="del mod">
          <ac:chgData name="Judhy Germain-Bouchard" userId="6110fe14d0683e41" providerId="LiveId" clId="{1995C4C0-8C32-4F34-A63B-3A99439EEB20}" dt="2026-06-16T02:51:14.587" v="82" actId="478"/>
          <ac:picMkLst>
            <pc:docMk/>
            <pc:sldMk cId="0" sldId="259"/>
            <ac:picMk id="65" creationId="{E172CE92-988C-B048-4C71-487EAFD3EF38}"/>
          </ac:picMkLst>
        </pc:picChg>
      </pc:sldChg>
      <pc:sldChg chg="addSp delSp modSp mod">
        <pc:chgData name="Judhy Germain-Bouchard" userId="6110fe14d0683e41" providerId="LiveId" clId="{1995C4C0-8C32-4F34-A63B-3A99439EEB20}" dt="2026-06-16T02:55:00.798" v="96" actId="1076"/>
        <pc:sldMkLst>
          <pc:docMk/>
          <pc:sldMk cId="0" sldId="261"/>
        </pc:sldMkLst>
        <pc:picChg chg="add mod">
          <ac:chgData name="Judhy Germain-Bouchard" userId="6110fe14d0683e41" providerId="LiveId" clId="{1995C4C0-8C32-4F34-A63B-3A99439EEB20}" dt="2026-06-16T02:55:00.798" v="96" actId="1076"/>
          <ac:picMkLst>
            <pc:docMk/>
            <pc:sldMk cId="0" sldId="261"/>
            <ac:picMk id="6" creationId="{E34212EA-F719-4E33-20AF-A277CFEAF8D7}"/>
          </ac:picMkLst>
        </pc:picChg>
        <pc:picChg chg="del">
          <ac:chgData name="Judhy Germain-Bouchard" userId="6110fe14d0683e41" providerId="LiveId" clId="{1995C4C0-8C32-4F34-A63B-3A99439EEB20}" dt="2026-06-16T02:54:43.294" v="91" actId="478"/>
          <ac:picMkLst>
            <pc:docMk/>
            <pc:sldMk cId="0" sldId="261"/>
            <ac:picMk id="74" creationId="{93226AD8-9709-39D8-CED5-A5106E346271}"/>
          </ac:picMkLst>
        </pc:picChg>
      </pc:sldChg>
      <pc:sldChg chg="addSp delSp modSp mod">
        <pc:chgData name="Judhy Germain-Bouchard" userId="6110fe14d0683e41" providerId="LiveId" clId="{1995C4C0-8C32-4F34-A63B-3A99439EEB20}" dt="2026-06-16T03:00:01.258" v="101" actId="14100"/>
        <pc:sldMkLst>
          <pc:docMk/>
          <pc:sldMk cId="0" sldId="262"/>
        </pc:sldMkLst>
        <pc:picChg chg="add mod">
          <ac:chgData name="Judhy Germain-Bouchard" userId="6110fe14d0683e41" providerId="LiveId" clId="{1995C4C0-8C32-4F34-A63B-3A99439EEB20}" dt="2026-06-16T03:00:01.258" v="101" actId="14100"/>
          <ac:picMkLst>
            <pc:docMk/>
            <pc:sldMk cId="0" sldId="262"/>
            <ac:picMk id="6" creationId="{1E8C0E86-B425-38A3-B82C-6231BA350BA6}"/>
          </ac:picMkLst>
        </pc:picChg>
        <pc:picChg chg="del">
          <ac:chgData name="Judhy Germain-Bouchard" userId="6110fe14d0683e41" providerId="LiveId" clId="{1995C4C0-8C32-4F34-A63B-3A99439EEB20}" dt="2026-06-16T02:59:36.244" v="97" actId="478"/>
          <ac:picMkLst>
            <pc:docMk/>
            <pc:sldMk cId="0" sldId="262"/>
            <ac:picMk id="7" creationId="{132E13C4-F0ED-137E-662A-E9243C469959}"/>
          </ac:picMkLst>
        </pc:picChg>
      </pc:sldChg>
      <pc:sldChg chg="addSp delSp modSp mod">
        <pc:chgData name="Judhy Germain-Bouchard" userId="6110fe14d0683e41" providerId="LiveId" clId="{1995C4C0-8C32-4F34-A63B-3A99439EEB20}" dt="2026-06-16T02:46:02.565" v="51" actId="14100"/>
        <pc:sldMkLst>
          <pc:docMk/>
          <pc:sldMk cId="0" sldId="265"/>
        </pc:sldMkLst>
        <pc:spChg chg="del">
          <ac:chgData name="Judhy Germain-Bouchard" userId="6110fe14d0683e41" providerId="LiveId" clId="{1995C4C0-8C32-4F34-A63B-3A99439EEB20}" dt="2026-06-16T02:40:08.518" v="0" actId="478"/>
          <ac:spMkLst>
            <pc:docMk/>
            <pc:sldMk cId="0" sldId="265"/>
            <ac:spMk id="5" creationId="{00000000-0000-0000-0000-000000000000}"/>
          </ac:spMkLst>
        </pc:spChg>
        <pc:spChg chg="add del">
          <ac:chgData name="Judhy Germain-Bouchard" userId="6110fe14d0683e41" providerId="LiveId" clId="{1995C4C0-8C32-4F34-A63B-3A99439EEB20}" dt="2026-06-16T02:42:26.242" v="3" actId="22"/>
          <ac:spMkLst>
            <pc:docMk/>
            <pc:sldMk cId="0" sldId="265"/>
            <ac:spMk id="5" creationId="{8FB9643E-E573-42E7-D5DF-6AD571CE47FA}"/>
          </ac:spMkLst>
        </pc:spChg>
        <pc:spChg chg="del">
          <ac:chgData name="Judhy Germain-Bouchard" userId="6110fe14d0683e41" providerId="LiveId" clId="{1995C4C0-8C32-4F34-A63B-3A99439EEB20}" dt="2026-06-16T02:40:08.518" v="0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Judhy Germain-Bouchard" userId="6110fe14d0683e41" providerId="LiveId" clId="{1995C4C0-8C32-4F34-A63B-3A99439EEB20}" dt="2026-06-16T02:40:08.518" v="0" actId="478"/>
          <ac:spMkLst>
            <pc:docMk/>
            <pc:sldMk cId="0" sldId="265"/>
            <ac:spMk id="7" creationId="{00000000-0000-0000-0000-000000000000}"/>
          </ac:spMkLst>
        </pc:spChg>
        <pc:spChg chg="add del">
          <ac:chgData name="Judhy Germain-Bouchard" userId="6110fe14d0683e41" providerId="LiveId" clId="{1995C4C0-8C32-4F34-A63B-3A99439EEB20}" dt="2026-06-16T02:42:34.672" v="6" actId="22"/>
          <ac:spMkLst>
            <pc:docMk/>
            <pc:sldMk cId="0" sldId="265"/>
            <ac:spMk id="7" creationId="{4B0472F0-CC9B-3B71-E4A3-0F3FE946089E}"/>
          </ac:spMkLst>
        </pc:spChg>
        <pc:spChg chg="del">
          <ac:chgData name="Judhy Germain-Bouchard" userId="6110fe14d0683e41" providerId="LiveId" clId="{1995C4C0-8C32-4F34-A63B-3A99439EEB20}" dt="2026-06-16T02:40:08.518" v="0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Judhy Germain-Bouchard" userId="6110fe14d0683e41" providerId="LiveId" clId="{1995C4C0-8C32-4F34-A63B-3A99439EEB20}" dt="2026-06-16T02:40:08.518" v="0" actId="478"/>
          <ac:spMkLst>
            <pc:docMk/>
            <pc:sldMk cId="0" sldId="265"/>
            <ac:spMk id="9" creationId="{00000000-0000-0000-0000-000000000000}"/>
          </ac:spMkLst>
        </pc:spChg>
        <pc:spChg chg="add del">
          <ac:chgData name="Judhy Germain-Bouchard" userId="6110fe14d0683e41" providerId="LiveId" clId="{1995C4C0-8C32-4F34-A63B-3A99439EEB20}" dt="2026-06-16T02:43:13.271" v="14" actId="22"/>
          <ac:spMkLst>
            <pc:docMk/>
            <pc:sldMk cId="0" sldId="265"/>
            <ac:spMk id="10" creationId="{61079A50-2300-679C-37EF-350441E08351}"/>
          </ac:spMkLst>
        </pc:spChg>
        <pc:spChg chg="del">
          <ac:chgData name="Judhy Germain-Bouchard" userId="6110fe14d0683e41" providerId="LiveId" clId="{1995C4C0-8C32-4F34-A63B-3A99439EEB20}" dt="2026-06-16T02:40:08.518" v="0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Judhy Germain-Bouchard" userId="6110fe14d0683e41" providerId="LiveId" clId="{1995C4C0-8C32-4F34-A63B-3A99439EEB20}" dt="2026-06-16T02:40:08.518" v="0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Judhy Germain-Bouchard" userId="6110fe14d0683e41" providerId="LiveId" clId="{1995C4C0-8C32-4F34-A63B-3A99439EEB20}" dt="2026-06-16T02:40:08.518" v="0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Judhy Germain-Bouchard" userId="6110fe14d0683e41" providerId="LiveId" clId="{1995C4C0-8C32-4F34-A63B-3A99439EEB20}" dt="2026-06-16T02:40:08.518" v="0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Judhy Germain-Bouchard" userId="6110fe14d0683e41" providerId="LiveId" clId="{1995C4C0-8C32-4F34-A63B-3A99439EEB20}" dt="2026-06-16T02:40:08.518" v="0" actId="478"/>
          <ac:spMkLst>
            <pc:docMk/>
            <pc:sldMk cId="0" sldId="265"/>
            <ac:spMk id="16" creationId="{00000000-0000-0000-0000-000000000000}"/>
          </ac:spMkLst>
        </pc:spChg>
        <pc:picChg chg="add mod">
          <ac:chgData name="Judhy Germain-Bouchard" userId="6110fe14d0683e41" providerId="LiveId" clId="{1995C4C0-8C32-4F34-A63B-3A99439EEB20}" dt="2026-06-16T02:45:50.136" v="48" actId="1076"/>
          <ac:picMkLst>
            <pc:docMk/>
            <pc:sldMk cId="0" sldId="265"/>
            <ac:picMk id="8" creationId="{43235BA9-9EA1-FD8A-78B9-A9FFB653A894}"/>
          </ac:picMkLst>
        </pc:picChg>
        <pc:picChg chg="add del mod">
          <ac:chgData name="Judhy Germain-Bouchard" userId="6110fe14d0683e41" providerId="LiveId" clId="{1995C4C0-8C32-4F34-A63B-3A99439EEB20}" dt="2026-06-16T02:44:28.740" v="28" actId="478"/>
          <ac:picMkLst>
            <pc:docMk/>
            <pc:sldMk cId="0" sldId="265"/>
            <ac:picMk id="11" creationId="{5E9BE527-4F74-E104-C3DD-B95C2D9721C4}"/>
          </ac:picMkLst>
        </pc:picChg>
        <pc:picChg chg="add mod">
          <ac:chgData name="Judhy Germain-Bouchard" userId="6110fe14d0683e41" providerId="LiveId" clId="{1995C4C0-8C32-4F34-A63B-3A99439EEB20}" dt="2026-06-16T02:45:53.706" v="49" actId="1076"/>
          <ac:picMkLst>
            <pc:docMk/>
            <pc:sldMk cId="0" sldId="265"/>
            <ac:picMk id="13" creationId="{1520F7AB-F50F-4408-F086-825953F07144}"/>
          </ac:picMkLst>
        </pc:picChg>
        <pc:picChg chg="add mod">
          <ac:chgData name="Judhy Germain-Bouchard" userId="6110fe14d0683e41" providerId="LiveId" clId="{1995C4C0-8C32-4F34-A63B-3A99439EEB20}" dt="2026-06-16T02:46:02.565" v="51" actId="14100"/>
          <ac:picMkLst>
            <pc:docMk/>
            <pc:sldMk cId="0" sldId="265"/>
            <ac:picMk id="14" creationId="{3576CBB5-31CC-8ED9-73AE-4D1E960D53B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662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swaggerhub.com/apis/personal-da3-621/login/1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coppoosd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60720" y="0"/>
            <a:ext cx="201168" cy="5143500"/>
          </a:xfrm>
          <a:prstGeom prst="rect">
            <a:avLst/>
          </a:prstGeom>
          <a:solidFill>
            <a:srgbClr val="E05A44"/>
          </a:solidFill>
          <a:ln w="12700">
            <a:solidFill>
              <a:srgbClr val="E05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Book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0C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Contact Manager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9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COP4331 – Small Project  |  Spring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10058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D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1463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 Bir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8932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Judhy Germain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Bouchard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89320" y="35661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Damien Way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member's role in Contact Book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0058" y="1565787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7FAFA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4418" y="1730379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4418" y="1730379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3210" y="2644779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 Bir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3210" y="3138555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Developer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38626" y="1565787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7FAFA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32986" y="1730379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32986" y="1730379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11778" y="2644779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Judhy Germain Bouchard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1778" y="3138555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97194" y="1565787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7FAFA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91554" y="1730379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91554" y="1730379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70346" y="2644779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Saladini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0346" y="3138555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Developer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55762" y="1565787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7FAFA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50122" y="1730379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50122" y="1730379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28914" y="2644779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Damien Way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28914" y="3138555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what, why, and scope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E0F4F6"/>
          </a:solidFill>
          <a:ln w="12700">
            <a:solidFill>
              <a:srgbClr val="AADDE3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need a reliable, private way to manage their personal contacts. Existing solutions either share data across users, lack proper security, or require complex third-party accounts with no real user ownership.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simple, self-contained web application that gives each person a fully private contact list they control completely.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767328"/>
            <a:ext cx="3749040" cy="804672"/>
          </a:xfrm>
          <a:prstGeom prst="roundRect">
            <a:avLst>
              <a:gd name="adj" fmla="val 6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379476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Single-user web app. One person, one account, private contacts.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297680" cy="3749040"/>
          </a:xfrm>
          <a:prstGeom prst="roundRect">
            <a:avLst>
              <a:gd name="adj" fmla="val 1951"/>
            </a:avLst>
          </a:prstGeom>
          <a:solidFill>
            <a:srgbClr val="F7FAFA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572768"/>
            <a:ext cx="3931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account per user: register, log in, no shared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CRUD: add, view, search, edit, and delete contacts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partial-match search, fast and secure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AJAX-enabled web client: smooth, page-free experience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REST API via SwaggerHub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coppoosd.com on DigitalOcean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73341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F7FAFA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46888" y="733410"/>
            <a:ext cx="2788920" cy="347472"/>
          </a:xfrm>
          <a:prstGeom prst="roundRect">
            <a:avLst>
              <a:gd name="adj" fmla="val 15789"/>
            </a:avLst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6888" y="73341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07008" y="181240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145536" y="73341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F7FAFA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145536" y="733410"/>
            <a:ext cx="2788920" cy="347472"/>
          </a:xfrm>
          <a:prstGeom prst="roundRect">
            <a:avLst>
              <a:gd name="adj" fmla="val 15789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145536" y="73341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&amp; PM</a:t>
            </a:r>
            <a:endParaRPr lang="en-US" sz="1100" dirty="0"/>
          </a:p>
        </p:txBody>
      </p:sp>
      <p:pic>
        <p:nvPicPr>
          <p:cNvPr id="19" name="Image 1" descr="/home/claude/logos_png/githu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37026" y="1263762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36976" y="1812402"/>
            <a:ext cx="1303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</p:txBody>
      </p:sp>
      <p:pic>
        <p:nvPicPr>
          <p:cNvPr id="21" name="Image 2" descr="/home/claude/logos_png/jir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40046" y="1263762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539996" y="1812402"/>
            <a:ext cx="1303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044184" y="73341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F7FAFA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044184" y="733410"/>
            <a:ext cx="2788920" cy="347472"/>
          </a:xfrm>
          <a:prstGeom prst="roundRect">
            <a:avLst>
              <a:gd name="adj" fmla="val 15789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044184" y="73341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100" dirty="0"/>
          </a:p>
        </p:txBody>
      </p:sp>
      <p:pic>
        <p:nvPicPr>
          <p:cNvPr id="26" name="Image 3" descr="/home/claude/logos_png/html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18504" y="1210911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42600" y="160666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50" dirty="0"/>
          </a:p>
        </p:txBody>
      </p:sp>
      <p:pic>
        <p:nvPicPr>
          <p:cNvPr id="28" name="Image 4" descr="/home/claude/logos_png/css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78040" y="1218042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95160" y="161003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950" dirty="0"/>
          </a:p>
        </p:txBody>
      </p:sp>
      <p:pic>
        <p:nvPicPr>
          <p:cNvPr id="30" name="Image 5" descr="/home/claude/logos_png/javascript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55864" y="1218042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872984" y="160666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246888" y="297369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F7FAFA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246888" y="2973690"/>
            <a:ext cx="2788920" cy="347472"/>
          </a:xfrm>
          <a:prstGeom prst="roundRect">
            <a:avLst>
              <a:gd name="adj" fmla="val 15789"/>
            </a:avLst>
          </a:prstGeom>
          <a:solidFill>
            <a:srgbClr val="777BB4"/>
          </a:solidFill>
          <a:ln w="12700">
            <a:solidFill>
              <a:srgbClr val="777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246888" y="297369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</a:t>
            </a:r>
            <a:endParaRPr lang="en-US" sz="1100" dirty="0"/>
          </a:p>
        </p:txBody>
      </p:sp>
      <p:pic>
        <p:nvPicPr>
          <p:cNvPr id="35" name="Image 6" descr="/home/claude/logos_png/php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8378" y="3504042"/>
            <a:ext cx="502920" cy="5029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38328" y="4052682"/>
            <a:ext cx="1303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50" dirty="0"/>
          </a:p>
        </p:txBody>
      </p:sp>
      <p:pic>
        <p:nvPicPr>
          <p:cNvPr id="37" name="Image 7" descr="/home/claude/logos_png/apach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041398" y="3504042"/>
            <a:ext cx="502920" cy="50292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641348" y="4052682"/>
            <a:ext cx="1303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3145536" y="297369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F7FAFA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0"/>
          <p:cNvSpPr/>
          <p:nvPr/>
        </p:nvSpPr>
        <p:spPr>
          <a:xfrm>
            <a:off x="3145536" y="2973690"/>
            <a:ext cx="2788920" cy="347472"/>
          </a:xfrm>
          <a:prstGeom prst="roundRect">
            <a:avLst>
              <a:gd name="adj" fmla="val 15789"/>
            </a:avLst>
          </a:prstGeom>
          <a:solidFill>
            <a:srgbClr val="0080FF"/>
          </a:solidFill>
          <a:ln w="12700">
            <a:solidFill>
              <a:srgbClr val="008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/>
          <p:cNvSpPr/>
          <p:nvPr/>
        </p:nvSpPr>
        <p:spPr>
          <a:xfrm>
            <a:off x="3145536" y="297369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Hosting</a:t>
            </a:r>
            <a:endParaRPr lang="en-US" sz="1100" dirty="0"/>
          </a:p>
        </p:txBody>
      </p:sp>
      <p:pic>
        <p:nvPicPr>
          <p:cNvPr id="42" name="Image 8" descr="/home/claude/logos_png/mysql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637026" y="3504042"/>
            <a:ext cx="502920" cy="50292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3236976" y="4052682"/>
            <a:ext cx="1303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pic>
        <p:nvPicPr>
          <p:cNvPr id="44" name="Image 9" descr="/home/claude/logos_png/digitalocean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940046" y="3504042"/>
            <a:ext cx="502920" cy="50292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539996" y="4052682"/>
            <a:ext cx="1303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</a:t>
            </a:r>
            <a:endParaRPr lang="en-US" sz="950" dirty="0"/>
          </a:p>
        </p:txBody>
      </p:sp>
      <p:sp>
        <p:nvSpPr>
          <p:cNvPr id="46" name="Shape 34"/>
          <p:cNvSpPr/>
          <p:nvPr/>
        </p:nvSpPr>
        <p:spPr>
          <a:xfrm>
            <a:off x="6044184" y="297369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F7FAFA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35"/>
          <p:cNvSpPr/>
          <p:nvPr/>
        </p:nvSpPr>
        <p:spPr>
          <a:xfrm>
            <a:off x="6044184" y="2973690"/>
            <a:ext cx="2788920" cy="347472"/>
          </a:xfrm>
          <a:prstGeom prst="roundRect">
            <a:avLst>
              <a:gd name="adj" fmla="val 15789"/>
            </a:avLst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6"/>
          <p:cNvSpPr/>
          <p:nvPr/>
        </p:nvSpPr>
        <p:spPr>
          <a:xfrm>
            <a:off x="6044184" y="297369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 &amp; APIs</a:t>
            </a:r>
            <a:endParaRPr lang="en-US" sz="1100" dirty="0"/>
          </a:p>
        </p:txBody>
      </p:sp>
      <p:pic>
        <p:nvPicPr>
          <p:cNvPr id="49" name="Image 10" descr="/home/claude/logos_png/postman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300216" y="3429669"/>
            <a:ext cx="502920" cy="502920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6151626" y="3795429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950" dirty="0"/>
          </a:p>
        </p:txBody>
      </p:sp>
      <p:pic>
        <p:nvPicPr>
          <p:cNvPr id="51" name="Image 11" descr="/home/claude/logos_png/swagger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178040" y="3444606"/>
            <a:ext cx="502920" cy="50292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020306" y="3795429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SwaggerHub</a:t>
            </a:r>
            <a:endParaRPr lang="en-US" sz="950" dirty="0"/>
          </a:p>
        </p:txBody>
      </p:sp>
      <p:pic>
        <p:nvPicPr>
          <p:cNvPr id="53" name="Image 12" descr="/home/claude/logos_png/vscode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046720" y="3444606"/>
            <a:ext cx="502920" cy="502920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7888986" y="3795429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950" dirty="0"/>
          </a:p>
        </p:txBody>
      </p:sp>
      <p:pic>
        <p:nvPicPr>
          <p:cNvPr id="4" name="Image 0" descr="/home/claude/logos_png/discord.png">
            <a:extLst>
              <a:ext uri="{FF2B5EF4-FFF2-40B4-BE49-F238E27FC236}">
                <a16:creationId xmlns:a16="http://schemas.microsoft.com/office/drawing/2014/main" id="{F6FB687F-BC5B-99E2-C943-35CF5DEA90CD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389888" y="1263762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34613" y="458989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454646" y="459376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950" dirty="0"/>
          </a:p>
        </p:txBody>
      </p:sp>
      <p:pic>
        <p:nvPicPr>
          <p:cNvPr id="10" name="Image 15" descr="/home/claude/logos_png/chatgpt.png">
            <a:extLst>
              <a:ext uri="{FF2B5EF4-FFF2-40B4-BE49-F238E27FC236}">
                <a16:creationId xmlns:a16="http://schemas.microsoft.com/office/drawing/2014/main" id="{028B8672-91C6-5C94-E14E-D0BD5A0238C0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7642710" y="4229769"/>
            <a:ext cx="502920" cy="502920"/>
          </a:xfrm>
          <a:prstGeom prst="rect">
            <a:avLst/>
          </a:prstGeom>
        </p:spPr>
      </p:pic>
      <p:pic>
        <p:nvPicPr>
          <p:cNvPr id="11" name="Image 14" descr="/home/claude/logos_png/claude.png">
            <a:extLst>
              <a:ext uri="{FF2B5EF4-FFF2-40B4-BE49-F238E27FC236}">
                <a16:creationId xmlns:a16="http://schemas.microsoft.com/office/drawing/2014/main" id="{32ADC134-E5DF-9F94-C395-51AD36635135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6711696" y="4229768"/>
            <a:ext cx="502919" cy="502919"/>
          </a:xfrm>
          <a:prstGeom prst="rect">
            <a:avLst/>
          </a:prstGeom>
        </p:spPr>
      </p:pic>
      <p:pic>
        <p:nvPicPr>
          <p:cNvPr id="8" name="Image 6" descr="/home/claude/logos_png/figma.png">
            <a:extLst>
              <a:ext uri="{FF2B5EF4-FFF2-40B4-BE49-F238E27FC236}">
                <a16:creationId xmlns:a16="http://schemas.microsoft.com/office/drawing/2014/main" id="{980F9675-B7AC-55C3-1C01-E1F89357FAEC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178040" y="2030793"/>
            <a:ext cx="502920" cy="502920"/>
          </a:xfrm>
          <a:prstGeom prst="rect">
            <a:avLst/>
          </a:prstGeom>
        </p:spPr>
      </p:pic>
      <p:sp>
        <p:nvSpPr>
          <p:cNvPr id="14" name="Text 23">
            <a:extLst>
              <a:ext uri="{FF2B5EF4-FFF2-40B4-BE49-F238E27FC236}">
                <a16:creationId xmlns:a16="http://schemas.microsoft.com/office/drawing/2014/main" id="{A147D392-AAF2-4B01-4373-678954296C74}"/>
              </a:ext>
            </a:extLst>
          </p:cNvPr>
          <p:cNvSpPr/>
          <p:nvPr/>
        </p:nvSpPr>
        <p:spPr>
          <a:xfrm>
            <a:off x="7004304" y="23790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Use Cases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2225" y="447935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interactions with the Contact Manager</a:t>
            </a:r>
            <a:endParaRPr lang="en-US" sz="1200" dirty="0"/>
          </a:p>
        </p:txBody>
      </p:sp>
      <p:pic>
        <p:nvPicPr>
          <p:cNvPr id="5" name="Image 0" descr="/home/claude/usecase_cropp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316672"/>
            <a:ext cx="8503920" cy="47266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CONTACTS — 1:N relationship via foreign key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has many contacts — contacts are private per user.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4212EA-F719-4E33-20AF-A277CFEAF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4571" y="1081975"/>
            <a:ext cx="10377247" cy="35236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1588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— Jira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8C0E86-B425-38A3-B82C-6231BA350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305" y="0"/>
            <a:ext cx="670369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Demo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1097280"/>
            <a:ext cx="6949440" cy="2211528"/>
          </a:xfrm>
          <a:prstGeom prst="roundRect">
            <a:avLst>
              <a:gd name="adj" fmla="val 2667"/>
            </a:avLst>
          </a:prstGeom>
          <a:solidFill>
            <a:srgbClr val="1F3535"/>
          </a:solidFill>
          <a:ln w="12700">
            <a:solidFill>
              <a:srgbClr val="2A4A4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0C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SwaggerHub API Documentation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0" y="192024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Login / Registration API Demonstration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65741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9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available: login · create · read · search · update · delete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Demo</a:t>
            </a:r>
            <a:endParaRPr lang="en-US" sz="22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1371600" y="1840115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673D133-EA22-D999-54CC-9690934CBF1D}"/>
              </a:ext>
            </a:extLst>
          </p:cNvPr>
          <p:cNvSpPr/>
          <p:nvPr/>
        </p:nvSpPr>
        <p:spPr>
          <a:xfrm>
            <a:off x="1097280" y="1097284"/>
            <a:ext cx="6949440" cy="2211528"/>
          </a:xfrm>
          <a:prstGeom prst="roundRect">
            <a:avLst>
              <a:gd name="adj" fmla="val 2667"/>
            </a:avLst>
          </a:prstGeom>
          <a:solidFill>
            <a:srgbClr val="1F3535"/>
          </a:solidFill>
          <a:ln w="12700">
            <a:solidFill>
              <a:srgbClr val="2A4A4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0F5B2FA-6769-E66D-D8D1-F790614DBA47}"/>
              </a:ext>
            </a:extLst>
          </p:cNvPr>
          <p:cNvSpPr/>
          <p:nvPr/>
        </p:nvSpPr>
        <p:spPr>
          <a:xfrm>
            <a:off x="1097280" y="128016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0C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17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A22B25BB-B591-FB0D-B467-6CAEB2E6753D}"/>
              </a:ext>
            </a:extLst>
          </p:cNvPr>
          <p:cNvSpPr/>
          <p:nvPr/>
        </p:nvSpPr>
        <p:spPr>
          <a:xfrm>
            <a:off x="1828800" y="1947676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1A8B750-C18F-D6A5-3005-7CB20F286187}"/>
              </a:ext>
            </a:extLst>
          </p:cNvPr>
          <p:cNvSpPr/>
          <p:nvPr/>
        </p:nvSpPr>
        <p:spPr>
          <a:xfrm>
            <a:off x="1828800" y="194852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coppoosd.com</a:t>
            </a:r>
            <a:endParaRPr lang="en-US" sz="1600" b="1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AF1D9A4-B7D9-3B0C-9CCD-4C20073A27C3}"/>
              </a:ext>
            </a:extLst>
          </p:cNvPr>
          <p:cNvSpPr/>
          <p:nvPr/>
        </p:nvSpPr>
        <p:spPr>
          <a:xfrm>
            <a:off x="1097280" y="260604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Report</a:t>
            </a:r>
            <a:endParaRPr lang="en-US" sz="22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3FF123B8-92F4-A55C-A9F1-3ECC3ECE17E5}"/>
              </a:ext>
            </a:extLst>
          </p:cNvPr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sure Contact Book is accessible to all</a:t>
            </a:r>
            <a:endParaRPr lang="en-US" sz="1200" dirty="0"/>
          </a:p>
        </p:txBody>
      </p:sp>
      <p:pic>
        <p:nvPicPr>
          <p:cNvPr id="8" name="Picture 7" descr="https://cdn.discordapp.com/attachments/1504623492019126272/1515083194767245505/Screenshot_2026-06-12_at_3.59.21_PM.png?ex=6a31ab2e&amp;is=6a3059ae&amp;hm=3780cef9b63dd969ad1ef170148c939834c7bb8c96260df00b28647c0ffcc49c">
            <a:extLst>
              <a:ext uri="{FF2B5EF4-FFF2-40B4-BE49-F238E27FC236}">
                <a16:creationId xmlns:a16="http://schemas.microsoft.com/office/drawing/2014/main" id="{43235BA9-9EA1-FD8A-78B9-A9FFB653A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9817"/>
            <a:ext cx="4535291" cy="13087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20F7AB-F50F-4408-F086-825953F07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669" y="2169403"/>
            <a:ext cx="4535291" cy="1511764"/>
          </a:xfrm>
          <a:prstGeom prst="rect">
            <a:avLst/>
          </a:prstGeom>
        </p:spPr>
      </p:pic>
      <p:pic>
        <p:nvPicPr>
          <p:cNvPr id="14" name="Picture 13" descr="https://cdn.discordapp.com/attachments/1504623492019126272/1515090718526410762/Screenshot_2026-06-12_at_4.29.12_PM.png?ex=6a31b230&amp;is=6a3060b0&amp;hm=985d8982d8877b41cbabbd59152b553d11b0ee250dc8b50c5bd7908fd6383523">
            <a:extLst>
              <a:ext uri="{FF2B5EF4-FFF2-40B4-BE49-F238E27FC236}">
                <a16:creationId xmlns:a16="http://schemas.microsoft.com/office/drawing/2014/main" id="{3576CBB5-31CC-8ED9-73AE-4D1E960D53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470724"/>
            <a:ext cx="4732727" cy="15889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Reflecting on our team's strengths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E0F4F6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5087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25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Team Meetings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353783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meetings after lectures most days, keeping everyone aligned and problems solved quickly.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E0F4F6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19472" y="15087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32437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 Expectations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35746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knew their responsibilities upfront, reducing overlap and confusion across the team.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E0F4F6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8912" y="338328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1729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Kept Us on Track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246591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and adopting Jira helped the team monitor progress and stay organized throughout.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E0F4F6"/>
          </a:solidFill>
          <a:ln w="12700">
            <a:solidFill>
              <a:srgbClr val="D0E8EA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19472" y="338328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31729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Tool Learning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3246591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unfamiliar with tools like SwaggerHub took initiative to learn, keeping momentum high.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 Learned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where we adapted and what we'd do differently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56673"/>
            <a:ext cx="8412480" cy="1808061"/>
          </a:xfrm>
          <a:prstGeom prst="roundRect">
            <a:avLst>
              <a:gd name="adj" fmla="val 3200"/>
            </a:avLst>
          </a:prstGeom>
          <a:solidFill>
            <a:srgbClr val="FDF0EE"/>
          </a:solidFill>
          <a:ln w="12700">
            <a:solidFill>
              <a:srgbClr val="F5C0B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05313"/>
            <a:ext cx="594360" cy="594360"/>
          </a:xfrm>
          <a:prstGeom prst="ellipse">
            <a:avLst/>
          </a:prstGeom>
          <a:solidFill>
            <a:srgbClr val="E05A44"/>
          </a:solidFill>
          <a:ln w="12700">
            <a:solidFill>
              <a:srgbClr val="E05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705313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527709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Zone &amp; Communication Challenge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650776"/>
            <a:ext cx="7223760" cy="1127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 member was deployed in a later time zone, making real-time communication less than ideal. Scheduling synchronous check-ins required flexibility, and async updates became the primary collaboration mode.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305604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E0F4F6"/>
          </a:solidFill>
          <a:ln w="12700">
            <a:solidFill>
              <a:srgbClr val="AADDE3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562577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86605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async-first workflows — documented updates, clear Jira tickets, recorded decisions — earlier would have smoothed coordination across time zones from the start.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201168"/>
          </a:xfrm>
          <a:prstGeom prst="rect">
            <a:avLst/>
          </a:prstGeom>
          <a:solidFill>
            <a:srgbClr val="E05A44"/>
          </a:solidFill>
          <a:ln w="12700">
            <a:solidFill>
              <a:srgbClr val="E05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0" y="36576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0C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446227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coppoosd.com  •  github.com/Ayloonah/POOSD-Group-Project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511</Words>
  <Application>Microsoft Office PowerPoint</Application>
  <PresentationFormat>On-screen Show (16:9)</PresentationFormat>
  <Paragraphs>115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Contact Book – Small Project</dc:title>
  <dc:subject>PptxGenJS Presentation</dc:subject>
  <dc:creator>PptxGenJS</dc:creator>
  <cp:lastModifiedBy>Judhy Germain-Bouchard</cp:lastModifiedBy>
  <cp:revision>2</cp:revision>
  <dcterms:created xsi:type="dcterms:W3CDTF">2026-06-11T04:57:45Z</dcterms:created>
  <dcterms:modified xsi:type="dcterms:W3CDTF">2026-06-16T03:29:44Z</dcterms:modified>
</cp:coreProperties>
</file>